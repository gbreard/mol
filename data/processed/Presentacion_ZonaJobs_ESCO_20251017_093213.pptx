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Análisis de Ofertas Laborales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ZonaJobs.com.ar + Taxonomía ESCO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61 Ofertas Analizadas | 73.8% Clasificadas</a:t>
            </a:r>
          </a:p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Período: Agosto - Octubre 2025</a:t>
            </a:r>
          </a:p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OEDE - Observatorio de Empleo y Dinámica Empresarial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Objetivos y Alcance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• Extraer ofertas laborales de ZonaJobs.com.ar mediante web scraping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• Clasificar automáticamente ofertas usando taxonomía ESCO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• Enriquecer ofertas con skills y competencias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• Analizar patrones temporales de publicación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• Identificar ocupaciones más demandadas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• Generar insights sobre el mercado laboral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09728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64592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Dataset: 61 ofertas laborales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Período: Agosto - Octubre 2025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Fuente: ZonaJobs.com.ar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Taxonomía: ESCO v1.1 (3,046 ocupaciones)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Campos extraídos: 33 por oferta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Clasificación: 73.8% exitosa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Skills identificadas: 107 únicas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✓ Códigos ISCO: 100% cobertura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Metodología del Proceso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3B82F6"/>
                </a:solidFill>
              </a:defRPr>
            </a:pPr>
            <a:r>
              <a:t>1. WEB SCRAPING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Descubrimiento de API de ZonaJobs mediante análisis de tráfico de red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Extracción automatizada vía requests HTTP con rate limiting (2s)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Parser de 33 campos por oferta (título, empresa, modalidad, fechas, etc.)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</a:defRPr>
            </a:pPr>
            <a:r>
              <a:t>2. PROCESAMIENTO Y LIMPIEZA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Normalización de textos (acentos, mayúsculas, caracteres especiales)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Eliminación de HTML y formateo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Estandarización de fechas y categorías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</a:defRPr>
            </a:pPr>
            <a:r>
              <a:t>3. CLASIFICACIÓN SEMÁNTICA (ESCO)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Matching semántico basado en similitud de coseno (TF-IDF)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Normalización de vocabulario español España ↔ Argentina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Threshold de similitud: 0.4 (balanceando precisión vs cobertura)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</a:defRPr>
            </a:pPr>
            <a:r>
              <a:t>4. ENRIQUECIMIENTO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Asignación de códigos ISCO (1D, 2D, 3D, 4D) desde RDF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Extracción de skills esenciales y opcionales por ocupación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Vinculación con 6,818 skills de la ontología ESCO</a:t>
            </a:r>
          </a:p>
          <a:p>
            <a:pPr>
              <a:spcBef>
                <a:spcPts val="1000"/>
              </a:spcBef>
              <a:defRPr sz="1500" b="1">
                <a:solidFill>
                  <a:srgbClr val="3B82F6"/>
                </a:solidFill>
              </a:defRPr>
            </a:pPr>
            <a:r>
              <a:t>5. ANÁLISIS Y VISUALIZACIÓN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Análisis estadístico multidimensional (ocupaciones, skills, temporal)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Generación de 13 visualizaciones estáticas (300 DPI)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100">
                <a:solidFill>
                  <a:srgbClr val="323232"/>
                </a:solidFill>
              </a:defRPr>
            </a:pPr>
            <a:r>
              <a:t>  • Dashboard interactivo con Plotly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Stack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SCRAPING &amp;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Python 3.13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Requests (HTTP)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Pandas (procesamiento)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JSON / CSV / Excel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Playwright (opcional)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ANÁLISIS SEMÁNTICO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Scikit-learn (TF-IDF)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ESCO v1.1 (RDF)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RDFLib (parsing)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NumPy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Normalización ES-AR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VISUALIZACIÓN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Matplotlib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Plotly (dashboards)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Python-pptx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Seaborn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00">
                <a:solidFill>
                  <a:srgbClr val="323232"/>
                </a:solidFill>
              </a:defRPr>
            </a:pPr>
            <a:r>
              <a:t>• HTML/CSS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87878"/>
                </a:solidFill>
              </a:defRPr>
            </a:pPr>
            <a:r>
              <a:t>Código completo disponible en: D:\OEDE\Webscrapping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Clasificación con Taxonomía ESCO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Análisis de ocupaciones, grupos ISCO y calidad de matching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Top 15 Ocupaciones ESCO Identificadas</a:t>
            </a:r>
          </a:p>
        </p:txBody>
      </p:sp>
      <p:pic>
        <p:nvPicPr>
          <p:cNvPr id="3" name="Picture 2" descr="01_top_ocup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67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37 ocupaciones únicas identificadas en el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Grupos ISCO (2 dígitos)</a:t>
            </a:r>
          </a:p>
        </p:txBody>
      </p:sp>
      <p:pic>
        <p:nvPicPr>
          <p:cNvPr id="3" name="Picture 2" descr="02_distribucion_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61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8 grupos principales representados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Grupos ISCO (1 dígito)</a:t>
            </a:r>
          </a:p>
        </p:txBody>
      </p:sp>
      <p:pic>
        <p:nvPicPr>
          <p:cNvPr id="3" name="Picture 2" descr="07_isco_grupos_princip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55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Predominio de profesionales científicos y técnicos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Tasa de Clasificación Exitosa</a:t>
            </a:r>
          </a:p>
        </p:txBody>
      </p:sp>
      <p:pic>
        <p:nvPicPr>
          <p:cNvPr id="3" name="Picture 2" descr="06_tasa_clas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630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73.8% de ofertas clasificadas con ESCO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Calidad del Matching Semántico</a:t>
            </a:r>
          </a:p>
        </p:txBody>
      </p:sp>
      <p:pic>
        <p:nvPicPr>
          <p:cNvPr id="3" name="Picture 2" descr="03_distribucion_simil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4852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Similitud promedio: 0.537, con 2 matches perfectos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Skills y Competencias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Análisis de habilidades demandadas en las ofertas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Top 15 Skills Más Demandadas</a:t>
            </a:r>
          </a:p>
        </p:txBody>
      </p:sp>
      <p:pic>
        <p:nvPicPr>
          <p:cNvPr id="3" name="Picture 2" descr="04_top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70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82.2% de ofertas enriquecidas con skills esenciales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de Skills por Oferta</a:t>
            </a:r>
          </a:p>
        </p:txBody>
      </p:sp>
      <p:pic>
        <p:nvPicPr>
          <p:cNvPr id="3" name="Picture 2" descr="08_skills_por_of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017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Promedio: 2.9 skills esenciales por oferta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Modalidad de Trabajo y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Análisis de modalidades laborales y ubicación geográfica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Modalidad de Trabajo</a:t>
            </a:r>
          </a:p>
        </p:txBody>
      </p:sp>
      <p:pic>
        <p:nvPicPr>
          <p:cNvPr id="3" name="Picture 2" descr="05_modalidad_tr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5787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78.7% presencial, 21.3% híbrido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Geográfica de Ofertas</a:t>
            </a:r>
          </a:p>
        </p:txBody>
      </p:sp>
      <p:pic>
        <p:nvPicPr>
          <p:cNvPr id="3" name="Picture 2" descr="09_distribucion_geogra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5787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Análisis por ubicación de las ofertas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Top Empresas con Más Ofertas</a:t>
            </a:r>
          </a:p>
        </p:txBody>
      </p:sp>
      <p:pic>
        <p:nvPicPr>
          <p:cNvPr id="3" name="Picture 2" descr="10_top_empre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62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Empresas más activas en publicación de ofertas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Análisis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Evolución de ofertas en el tiempo (Agosto - Octubre 2025)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Temporal Diaria de Ofertas</a:t>
            </a:r>
          </a:p>
        </p:txBody>
      </p:sp>
      <p:pic>
        <p:nvPicPr>
          <p:cNvPr id="3" name="Picture 2" descr="09_serie_temporal_di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053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Promedio: 1.91 ofertas/día, Máximo: 4 ofertas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Temporal Semanal de Ofertas</a:t>
            </a:r>
          </a:p>
        </p:txBody>
      </p:sp>
      <p:pic>
        <p:nvPicPr>
          <p:cNvPr id="3" name="Picture 2" descr="10_serie_temporal_sem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493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Promedio: 6.78 ofertas/semana, Pico en semana 34 (12 ofertas)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Diaria por Grupo Ocupacional ISCO</a:t>
            </a:r>
          </a:p>
        </p:txBody>
      </p:sp>
      <p:pic>
        <p:nvPicPr>
          <p:cNvPr id="3" name="Picture 2" descr="11_serie_diaria_isco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571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Composición ocupacional estable a lo largo del tiempo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Semanal por Grupo Ocupacional ISCO</a:t>
            </a:r>
          </a:p>
        </p:txBody>
      </p:sp>
      <p:pic>
        <p:nvPicPr>
          <p:cNvPr id="3" name="Picture 2" descr="12_serie_semanal_isco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88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Mayor diversidad en semanas de alto volumen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Día de Semana y Mes</a:t>
            </a:r>
          </a:p>
        </p:txBody>
      </p:sp>
      <p:pic>
        <p:nvPicPr>
          <p:cNvPr id="3" name="Picture 2" descr="13_heatmap_dia_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236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Miércoles: día más activo (33% de ofertas)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Conclusiones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73.8% de ofertas clasificadas exitosamente con taxonomía ESCO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Predominio de profesionales científicos (26.7%) y técnicos (22.2%)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Miércoles es el día más activo para publicación de ofertas (33%)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Septiembre mostró el mayor volumen de ofertas (47.5% del total)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100% de ofertas clasificadas tienen código ISCO asignado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Similitud promedio de matching: 0.537 (con 2 matches perfectos)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Mayor demanda de skills administrativo-contables y sanitarias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Patrón claro: publicación concentrada en primera mitad de semana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800" b="1">
                <a:solidFill>
                  <a:srgbClr val="FFFFFF"/>
                </a:solidFill>
              </a:defRPr>
            </a:pPr>
            <a:r>
              <a:t>¡Gracias!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Proyecto: Web Scraping ZonaJobs + ESCO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OEDE - Observatorio de Empleo y Dinámica Empresarial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Fecha: October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